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실제테스트고객님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내집마련을 위한 브리핑자료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CCCCC"/>
                </a:solidFill>
              </a:defRPr>
            </a:pPr>
            <a:r>
              <a:t>임장브리핑 : 샘플단지_605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i="1">
                <a:solidFill>
                  <a:srgbClr val="333333"/>
                </a:solidFill>
              </a:defRPr>
            </a:pPr>
            <a:r>
              <a:t>"전문가로서 분석하고, 고객의 편에서 중개하겠습니다"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6400800" cy="25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0" y="22860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</a:rPr>
              <a:t>공인중개사  </a:t>
            </a:r>
            <a:r>
              <a:rPr sz="2200" b="1">
                <a:solidFill>
                  <a:srgbClr val="333333"/>
                </a:solidFill>
              </a:rPr>
              <a:t>홍길동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8346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부동산중개법인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32918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• 공인중개사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43891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M: 010-0000-0000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E: agent@example.com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물건리스트 및 투어일정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828800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859536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1005840"/>
                <a:gridCol w="822960"/>
                <a:gridCol w="1005840"/>
                <a:gridCol w="118872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지역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단지명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동/호수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평형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매매가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향/구조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특이사항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서울시 강남구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샘플단지_605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미입력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미입력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20040"/>
            <a:ext cx="101600" cy="365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샘플단지_605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99999"/>
                </a:solidFill>
              </a:defRPr>
            </a:pPr>
            <a:r>
              <a:t>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859536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샘플단지_605은(는)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서울시 강남구에 위치해있으며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세대수 1,500세대, 주차대수 1,200대 (세대당 0.8대)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2005년 준공된 아파트입니다.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8102E"/>
                </a:solidFill>
              </a:defRPr>
            </a:pPr>
            <a:r>
              <a:t>#대단지  #준신축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99999"/>
                </a:solidFill>
              </a:defRPr>
            </a:pPr>
            <a:r>
              <a:t>*네이버부동산 (https://land.naver.com)  *네이버지도 (https://map.naver.com)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20040"/>
            <a:ext cx="101600" cy="365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샘플단지_605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99999"/>
                </a:solidFill>
              </a:defRPr>
            </a:pPr>
            <a:r>
              <a:t>실거래가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859536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샘플단지_605은(는) 2026년 1월 [2]건, 2026년 1월 [1]건 거래되었습니다.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최근 3개월 최고 [7억 1000만원], 최저 [5억 5300만원]에 거래되었습니다.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최고가 [9억 2000만원] 21년 9월에 거래되었습니다.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2560320"/>
          <a:ext cx="41148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"/>
                <a:gridCol w="640080"/>
                <a:gridCol w="15544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거래일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평형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층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거래가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2026.01.15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24평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8층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5억 9000만원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2026.01.03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24평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5층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5억 5300만원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2026.01.20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32평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12층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7억 1000만원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8" name="Picture 7" descr="pric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560320"/>
            <a:ext cx="4297680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943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99999"/>
                </a:solidFill>
              </a:defRPr>
            </a:pPr>
            <a:r>
              <a:t>*아실 (https://asil.kr)  *국토교통부 실거래가 공개시스템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20040"/>
            <a:ext cx="101600" cy="365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샘플단지_605 - 미입력 미입력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99999"/>
                </a:solidFill>
              </a:defRPr>
            </a:pPr>
            <a:r>
              <a:t>매물정보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859536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41148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CCCCC"/>
                </a:solidFill>
              </a:defRPr>
            </a:pPr>
            <a:r>
              <a:t>[단지 내 위치]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18872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CCCCC"/>
                </a:solidFill>
              </a:defRPr>
            </a:pPr>
            <a:r>
              <a:t>[평면도]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6576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333333"/>
                </a:solidFill>
              </a:defRPr>
            </a:pPr>
            <a:r>
              <a:t>매매가: 미입력</a:t>
            </a:r>
          </a:p>
          <a:p>
            <a:pPr>
              <a:spcAft>
                <a:spcPts val="400"/>
              </a:spcAft>
              <a:defRPr sz="1100">
                <a:solidFill>
                  <a:srgbClr val="555555"/>
                </a:solidFill>
              </a:defRPr>
            </a:pPr>
            <a:r>
              <a:t>동/층: 미입력 / 미입력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