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거여현대테스트님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내집마련을 위한 브리핑자료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임장브리핑 : 샘플단지_605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"전문가로서 분석하고, 고객의 편에서 중개하겠습니다"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공인중개사  </a:t>
            </a:r>
            <a:r>
              <a:rPr sz="2200" b="1">
                <a:solidFill>
                  <a:srgbClr val="333333"/>
                </a:solidFill>
              </a:rPr>
              <a:t>홍길동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부동산중개법인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공인중개사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M: 010-0000-0000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E: agent@example.com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물건리스트 및 투어일정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05840"/>
                <a:gridCol w="822960"/>
                <a:gridCol w="100584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단지명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동/호수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매매가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향/구조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특이사항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서울시 강남구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샘플단지_605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201동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13억 5,000만원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남향 계단식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거여역세권, 주인거주, 입주가능, 남향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샘플단지_605은(는)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서울시 강남구에 위치해있으며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세대수 1,500세대, 주차대수 1,200대 (세대당 0.8대)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2005년 준공된 아파트입니다.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102E"/>
                </a:solidFill>
              </a:defRPr>
            </a:pPr>
            <a:r>
              <a:t>#대단지  #준신축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*네이버부동산 (https://land.naver.com)  *네이버지도 (https://map.naver.com)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입지정보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</a:defRPr>
            </a:pPr>
            <a:r>
              <a:t>정보 없음 - 도보 0분</a:t>
            </a:r>
          </a:p>
          <a:p>
            <a:pPr>
              <a:defRPr sz="1400" b="1">
                <a:solidFill>
                  <a:srgbClr val="333333"/>
                </a:solidFill>
              </a:defRPr>
            </a:pPr>
            <a:r>
              <a:t>강남역 - 대중교통 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8102E"/>
                </a:solidFill>
              </a:defRPr>
            </a:pPr>
            <a:r>
              <a:t>도보 경로</a:t>
            </a:r>
          </a:p>
        </p:txBody>
      </p:sp>
      <p:pic>
        <p:nvPicPr>
          <p:cNvPr id="8" name="Picture 7" descr="walk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93192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8102E"/>
                </a:solidFill>
              </a:defRPr>
            </a:pPr>
            <a:r>
              <a:t>대중교통 경로 (→ 강남역)</a:t>
            </a:r>
          </a:p>
        </p:txBody>
      </p:sp>
      <p:pic>
        <p:nvPicPr>
          <p:cNvPr id="10" name="Picture 9" descr="transit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393192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*네이버지도 (https://map.naver.com)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학구도(초등학교)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학군지도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lementar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8102E"/>
                </a:solidFill>
              </a:defRPr>
            </a:pPr>
            <a:r>
              <a:t>배정 초등학교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샘플단지_605 배정 초등학교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*학구도안내서비스 (https://schoolzone.emac.kr)  *네이버지도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학군지도(중·고등학교)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학군지도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ddle_high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실거래가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샘플단지_605은(는) 2026년 1월 [2]건, 2026년 1월 [1]건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최근 3개월 최고 [7억 1000만원], 최저 [5억 5300만원]에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최고가 [9억 2000만원] 21년 9월에 거래되었습니다.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56032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9000만원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5300만원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32평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7억 1000만원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0320"/>
            <a:ext cx="42976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  *국토교통부 실거래가 공개시스템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샘플단지_605 - 201동 고/12층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매물정보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[단지 내 위치]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[평면도]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매매가: 13억 5,000만원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동/층: 201동 / 고/12층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향: 남향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구조: 계단식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특이사항: 거여역세권, 주인거주, 입주가능, 남향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