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거여현대_최종완성님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내집마련을 위한 브리핑자료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임장브리핑 : 현대2차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333333"/>
                </a:solidFill>
              </a:defRPr>
            </a:pPr>
            <a:r>
              <a:t>"전문가로서 분석하고, 고객의 편에서 중개하겠습니다"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공인중개사  </a:t>
            </a:r>
            <a:r>
              <a:rPr sz="2200" b="1">
                <a:solidFill>
                  <a:srgbClr val="333333"/>
                </a:solidFill>
              </a:rPr>
              <a:t>홍길동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834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부동산중개법인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291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공인중개사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3891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M: 010-0000-0000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E: agent@example.com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물건리스트 및 투어일정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05840"/>
                <a:gridCol w="822960"/>
                <a:gridCol w="1005840"/>
                <a:gridCol w="11887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지역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단지명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동/호수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평형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매매가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향/구조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특이사항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서울시 송파구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현대2차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201동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30평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13억 5,000만원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남향 계단식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거여역세권, 주인거주, 입주가능, 남향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현대2차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현대2차은(는)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서울시 송파구 거여동 44에 위치해있으며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세대수 280세대, 주차대수 280대 (세대당 1.0대)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1992년 준공된 아파트입니다.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8102E"/>
                </a:solidFill>
              </a:defRPr>
            </a:pPr>
            <a:r>
              <a:t>#초역세권  #남향  #귀한매물</a:t>
            </a:r>
          </a:p>
        </p:txBody>
      </p:sp>
      <p:pic>
        <p:nvPicPr>
          <p:cNvPr id="8" name="Picture 7" descr="aer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*네이버부동산 (https://land.naver.com)  *네이버지도 (https://map.naver.com)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현대2차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실거래가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현대2차은(는) 2026년 1월 [2]건, 2026년 1월 [1]건 거래되었습니다.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최근 3개월 최고 [7억 1000만원], 최저 [5억 5300만원]에 거래되었습니다.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최고가 [9억 2000만원] 21년 9월에 거래되었습니다.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560320"/>
          <a:ext cx="4114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64008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평형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층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거래가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2026.01.15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24평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5억 9000만원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2026.01.03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24평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5억 5300만원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2026.01.20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32평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12층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7억 1000만원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*아실 (https://asil.kr)  *국토교통부 실거래가 공개시스템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현대2차 - 201동 고/12층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매물정보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4114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[단지 내 위치]</a:t>
            </a:r>
          </a:p>
        </p:txBody>
      </p:sp>
      <p:pic>
        <p:nvPicPr>
          <p:cNvPr id="7" name="Picture 6" descr="flo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41148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3657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</a:defRPr>
            </a:pPr>
            <a:r>
              <a:t>매매가: 13억 5,000만원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동/층: 201동 / 고/12층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전용면적: 30평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향: 남향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구조: 계단식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방 3개 / 화장실 2개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특이사항: 거여역세권, 주인거주, 입주가능, 남향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